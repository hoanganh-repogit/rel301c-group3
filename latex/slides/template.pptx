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ixellance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8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868" y="576026"/>
            <a:ext cx="17034264" cy="9134947"/>
            <a:chOff x="0" y="0"/>
            <a:chExt cx="4486390" cy="2405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6390" cy="2405912"/>
            </a:xfrm>
            <a:custGeom>
              <a:avLst/>
              <a:gdLst/>
              <a:ahLst/>
              <a:cxnLst/>
              <a:rect r="r" b="b" t="t" l="l"/>
              <a:pathLst>
                <a:path h="2405912" w="4486390">
                  <a:moveTo>
                    <a:pt x="0" y="0"/>
                  </a:moveTo>
                  <a:lnTo>
                    <a:pt x="4486390" y="0"/>
                  </a:lnTo>
                  <a:lnTo>
                    <a:pt x="4486390" y="2405912"/>
                  </a:lnTo>
                  <a:lnTo>
                    <a:pt x="0" y="2405912"/>
                  </a:lnTo>
                  <a:close/>
                </a:path>
              </a:pathLst>
            </a:custGeom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6390" cy="244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72932" y="6212540"/>
            <a:ext cx="597218" cy="596925"/>
            <a:chOff x="0" y="0"/>
            <a:chExt cx="796290" cy="79589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65300"/>
              <a:ext cx="265430" cy="265300"/>
              <a:chOff x="0" y="0"/>
              <a:chExt cx="102566" cy="1025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65430" y="0"/>
              <a:ext cx="265430" cy="265300"/>
              <a:chOff x="0" y="0"/>
              <a:chExt cx="102566" cy="1025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530860" y="265300"/>
              <a:ext cx="265430" cy="265300"/>
              <a:chOff x="0" y="0"/>
              <a:chExt cx="102566" cy="102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5430" y="530600"/>
              <a:ext cx="265430" cy="265300"/>
              <a:chOff x="0" y="0"/>
              <a:chExt cx="102566" cy="1025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8279906" y="5945371"/>
            <a:ext cx="1728188" cy="1728188"/>
          </a:xfrm>
          <a:custGeom>
            <a:avLst/>
            <a:gdLst/>
            <a:ahLst/>
            <a:cxnLst/>
            <a:rect r="r" b="b" t="t" l="l"/>
            <a:pathLst>
              <a:path h="1728188" w="1728188">
                <a:moveTo>
                  <a:pt x="0" y="0"/>
                </a:moveTo>
                <a:lnTo>
                  <a:pt x="1728188" y="0"/>
                </a:lnTo>
                <a:lnTo>
                  <a:pt x="1728188" y="1728188"/>
                </a:lnTo>
                <a:lnTo>
                  <a:pt x="0" y="1728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880891" y="6314052"/>
            <a:ext cx="742219" cy="990826"/>
          </a:xfrm>
          <a:custGeom>
            <a:avLst/>
            <a:gdLst/>
            <a:ahLst/>
            <a:cxnLst/>
            <a:rect r="r" b="b" t="t" l="l"/>
            <a:pathLst>
              <a:path h="990826" w="742219">
                <a:moveTo>
                  <a:pt x="0" y="0"/>
                </a:moveTo>
                <a:lnTo>
                  <a:pt x="742219" y="0"/>
                </a:lnTo>
                <a:lnTo>
                  <a:pt x="742219" y="990826"/>
                </a:lnTo>
                <a:lnTo>
                  <a:pt x="0" y="990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69147" y="7909787"/>
            <a:ext cx="1584741" cy="1584741"/>
          </a:xfrm>
          <a:custGeom>
            <a:avLst/>
            <a:gdLst/>
            <a:ahLst/>
            <a:cxnLst/>
            <a:rect r="r" b="b" t="t" l="l"/>
            <a:pathLst>
              <a:path h="1584741" w="1584741">
                <a:moveTo>
                  <a:pt x="0" y="0"/>
                </a:moveTo>
                <a:lnTo>
                  <a:pt x="1584741" y="0"/>
                </a:lnTo>
                <a:lnTo>
                  <a:pt x="1584741" y="1584741"/>
                </a:lnTo>
                <a:lnTo>
                  <a:pt x="0" y="15847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3052870" y="8438785"/>
            <a:ext cx="521661" cy="1589824"/>
          </a:xfrm>
          <a:custGeom>
            <a:avLst/>
            <a:gdLst/>
            <a:ahLst/>
            <a:cxnLst/>
            <a:rect r="r" b="b" t="t" l="l"/>
            <a:pathLst>
              <a:path h="1589824" w="521661">
                <a:moveTo>
                  <a:pt x="0" y="0"/>
                </a:moveTo>
                <a:lnTo>
                  <a:pt x="521661" y="0"/>
                </a:lnTo>
                <a:lnTo>
                  <a:pt x="521661" y="1589824"/>
                </a:lnTo>
                <a:lnTo>
                  <a:pt x="0" y="15898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0000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10800000">
            <a:off x="3614217" y="7900262"/>
            <a:ext cx="1591483" cy="1042883"/>
          </a:xfrm>
          <a:custGeom>
            <a:avLst/>
            <a:gdLst/>
            <a:ahLst/>
            <a:cxnLst/>
            <a:rect r="r" b="b" t="t" l="l"/>
            <a:pathLst>
              <a:path h="1042883" w="1591483">
                <a:moveTo>
                  <a:pt x="0" y="0"/>
                </a:moveTo>
                <a:lnTo>
                  <a:pt x="1591483" y="0"/>
                </a:lnTo>
                <a:lnTo>
                  <a:pt x="1591483" y="1042883"/>
                </a:lnTo>
                <a:lnTo>
                  <a:pt x="0" y="10428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5247008" y="8434829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0000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6911419" y="8436127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0000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8575829" y="8436127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0000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5400000">
            <a:off x="10240240" y="8437425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0000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69147" y="6818990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0" y="0"/>
                </a:moveTo>
                <a:lnTo>
                  <a:pt x="1584741" y="0"/>
                </a:lnTo>
                <a:lnTo>
                  <a:pt x="1584741" y="1038659"/>
                </a:lnTo>
                <a:lnTo>
                  <a:pt x="0" y="10386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490408" y="2405043"/>
            <a:ext cx="7523186" cy="3540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3"/>
              </a:lnSpc>
            </a:pPr>
            <a:r>
              <a:rPr lang="en-US" sz="14104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GAME</a:t>
            </a:r>
          </a:p>
          <a:p>
            <a:pPr algn="ctr">
              <a:lnSpc>
                <a:spcPts val="12553"/>
              </a:lnSpc>
            </a:pPr>
            <a:r>
              <a:rPr lang="en-US" sz="14104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NIGHT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-5400000">
            <a:off x="11904651" y="8437425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0000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13569061" y="8438723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0000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5400000">
            <a:off x="15233472" y="8438723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0000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true" rot="-5400000">
            <a:off x="16088103" y="8182827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0" y="1038660"/>
                </a:moveTo>
                <a:lnTo>
                  <a:pt x="1584741" y="1038660"/>
                </a:lnTo>
                <a:lnTo>
                  <a:pt x="1584741" y="0"/>
                </a:lnTo>
                <a:lnTo>
                  <a:pt x="0" y="0"/>
                </a:lnTo>
                <a:lnTo>
                  <a:pt x="0" y="103866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true" rot="-5400000">
            <a:off x="16088103" y="6545949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1584741" y="1038659"/>
                </a:moveTo>
                <a:lnTo>
                  <a:pt x="0" y="1038659"/>
                </a:lnTo>
                <a:lnTo>
                  <a:pt x="0" y="0"/>
                </a:lnTo>
                <a:lnTo>
                  <a:pt x="1584741" y="0"/>
                </a:lnTo>
                <a:lnTo>
                  <a:pt x="1584741" y="1038659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788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868" y="576026"/>
            <a:ext cx="17034264" cy="9134947"/>
            <a:chOff x="0" y="0"/>
            <a:chExt cx="4486390" cy="2405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6390" cy="2405912"/>
            </a:xfrm>
            <a:custGeom>
              <a:avLst/>
              <a:gdLst/>
              <a:ahLst/>
              <a:cxnLst/>
              <a:rect r="r" b="b" t="t" l="l"/>
              <a:pathLst>
                <a:path h="2405912" w="4486390">
                  <a:moveTo>
                    <a:pt x="0" y="0"/>
                  </a:moveTo>
                  <a:lnTo>
                    <a:pt x="4486390" y="0"/>
                  </a:lnTo>
                  <a:lnTo>
                    <a:pt x="4486390" y="2405912"/>
                  </a:lnTo>
                  <a:lnTo>
                    <a:pt x="0" y="2405912"/>
                  </a:lnTo>
                  <a:close/>
                </a:path>
              </a:pathLst>
            </a:custGeom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6390" cy="244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9553" y="5740576"/>
            <a:ext cx="3465746" cy="1532858"/>
            <a:chOff x="0" y="0"/>
            <a:chExt cx="844930" cy="3737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4930" cy="373719"/>
            </a:xfrm>
            <a:custGeom>
              <a:avLst/>
              <a:gdLst/>
              <a:ahLst/>
              <a:cxnLst/>
              <a:rect r="r" b="b" t="t" l="l"/>
              <a:pathLst>
                <a:path h="373719" w="844930">
                  <a:moveTo>
                    <a:pt x="844930" y="0"/>
                  </a:moveTo>
                  <a:lnTo>
                    <a:pt x="844930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44930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560489" y="3156441"/>
            <a:ext cx="11167022" cy="143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5"/>
              </a:lnSpc>
            </a:pPr>
            <a:r>
              <a:rPr lang="en-US" sz="103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HOW TO PLAY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65444" y="4632684"/>
            <a:ext cx="12157112" cy="503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3"/>
              </a:lnSpc>
            </a:pPr>
            <a:r>
              <a:rPr lang="en-US" sz="35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THERE ARE 3 DIFFERENT TYPES OF GAMES!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94967" y="6105850"/>
            <a:ext cx="3174919" cy="84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ANSWER THE</a:t>
            </a:r>
          </a:p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QUESTION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411127" y="5740576"/>
            <a:ext cx="3465746" cy="1532858"/>
            <a:chOff x="0" y="0"/>
            <a:chExt cx="844930" cy="3737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4930" cy="373719"/>
            </a:xfrm>
            <a:custGeom>
              <a:avLst/>
              <a:gdLst/>
              <a:ahLst/>
              <a:cxnLst/>
              <a:rect r="r" b="b" t="t" l="l"/>
              <a:pathLst>
                <a:path h="373719" w="844930">
                  <a:moveTo>
                    <a:pt x="844930" y="0"/>
                  </a:moveTo>
                  <a:lnTo>
                    <a:pt x="844930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44930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676162" y="6105850"/>
            <a:ext cx="2935676" cy="84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MULTIPLE</a:t>
            </a:r>
          </a:p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CHOICE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072700" y="5740576"/>
            <a:ext cx="3465746" cy="1532858"/>
            <a:chOff x="0" y="0"/>
            <a:chExt cx="844930" cy="3737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4930" cy="373719"/>
            </a:xfrm>
            <a:custGeom>
              <a:avLst/>
              <a:gdLst/>
              <a:ahLst/>
              <a:cxnLst/>
              <a:rect r="r" b="b" t="t" l="l"/>
              <a:pathLst>
                <a:path h="373719" w="844930">
                  <a:moveTo>
                    <a:pt x="844930" y="0"/>
                  </a:moveTo>
                  <a:lnTo>
                    <a:pt x="844930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44930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334073" y="6105850"/>
            <a:ext cx="2988332" cy="84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COMPLETE</a:t>
            </a:r>
          </a:p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THE WORD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788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868" y="576026"/>
            <a:ext cx="17034264" cy="9134947"/>
            <a:chOff x="0" y="0"/>
            <a:chExt cx="4486390" cy="2405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6390" cy="2405912"/>
            </a:xfrm>
            <a:custGeom>
              <a:avLst/>
              <a:gdLst/>
              <a:ahLst/>
              <a:cxnLst/>
              <a:rect r="r" b="b" t="t" l="l"/>
              <a:pathLst>
                <a:path h="2405912" w="4486390">
                  <a:moveTo>
                    <a:pt x="0" y="0"/>
                  </a:moveTo>
                  <a:lnTo>
                    <a:pt x="4486390" y="0"/>
                  </a:lnTo>
                  <a:lnTo>
                    <a:pt x="4486390" y="2405912"/>
                  </a:lnTo>
                  <a:lnTo>
                    <a:pt x="0" y="2405912"/>
                  </a:lnTo>
                  <a:close/>
                </a:path>
              </a:pathLst>
            </a:custGeom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6390" cy="244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145559" y="6857581"/>
            <a:ext cx="597218" cy="596925"/>
            <a:chOff x="0" y="0"/>
            <a:chExt cx="796290" cy="79589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65300"/>
              <a:ext cx="265430" cy="265300"/>
              <a:chOff x="0" y="0"/>
              <a:chExt cx="102566" cy="1025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65430" y="0"/>
              <a:ext cx="265430" cy="265300"/>
              <a:chOff x="0" y="0"/>
              <a:chExt cx="102566" cy="1025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530860" y="265300"/>
              <a:ext cx="265430" cy="265300"/>
              <a:chOff x="0" y="0"/>
              <a:chExt cx="102566" cy="102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5430" y="530600"/>
              <a:ext cx="265430" cy="265300"/>
              <a:chOff x="0" y="0"/>
              <a:chExt cx="102566" cy="1025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4697256" y="3534728"/>
            <a:ext cx="8893489" cy="339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15"/>
              </a:lnSpc>
            </a:pPr>
            <a:r>
              <a:rPr lang="en-US" sz="13500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ARE YOU</a:t>
            </a:r>
          </a:p>
          <a:p>
            <a:pPr algn="ctr">
              <a:lnSpc>
                <a:spcPts val="12015"/>
              </a:lnSpc>
            </a:pPr>
            <a:r>
              <a:rPr lang="en-US" sz="13500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READY?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169480" y="2257193"/>
            <a:ext cx="597218" cy="596925"/>
            <a:chOff x="0" y="0"/>
            <a:chExt cx="796290" cy="79589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265300"/>
              <a:ext cx="265430" cy="265300"/>
              <a:chOff x="0" y="0"/>
              <a:chExt cx="102566" cy="10251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265430" y="0"/>
              <a:ext cx="265430" cy="265300"/>
              <a:chOff x="0" y="0"/>
              <a:chExt cx="102566" cy="10251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530860" y="265300"/>
              <a:ext cx="265430" cy="265300"/>
              <a:chOff x="0" y="0"/>
              <a:chExt cx="102566" cy="10251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265430" y="530600"/>
              <a:ext cx="265430" cy="265300"/>
              <a:chOff x="0" y="0"/>
              <a:chExt cx="102566" cy="10251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8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868" y="576026"/>
            <a:ext cx="17034264" cy="9134947"/>
            <a:chOff x="0" y="0"/>
            <a:chExt cx="4486390" cy="2405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6390" cy="2405912"/>
            </a:xfrm>
            <a:custGeom>
              <a:avLst/>
              <a:gdLst/>
              <a:ahLst/>
              <a:cxnLst/>
              <a:rect r="r" b="b" t="t" l="l"/>
              <a:pathLst>
                <a:path h="2405912" w="4486390">
                  <a:moveTo>
                    <a:pt x="0" y="0"/>
                  </a:moveTo>
                  <a:lnTo>
                    <a:pt x="4486390" y="0"/>
                  </a:lnTo>
                  <a:lnTo>
                    <a:pt x="4486390" y="2405912"/>
                  </a:lnTo>
                  <a:lnTo>
                    <a:pt x="0" y="2405912"/>
                  </a:lnTo>
                  <a:close/>
                </a:path>
              </a:pathLst>
            </a:custGeom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6390" cy="244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66721" y="8897603"/>
            <a:ext cx="597218" cy="596925"/>
            <a:chOff x="0" y="0"/>
            <a:chExt cx="796290" cy="79589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65300"/>
              <a:ext cx="265430" cy="265300"/>
              <a:chOff x="0" y="0"/>
              <a:chExt cx="102566" cy="1025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65430" y="0"/>
              <a:ext cx="265430" cy="265300"/>
              <a:chOff x="0" y="0"/>
              <a:chExt cx="102566" cy="1025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530860" y="265300"/>
              <a:ext cx="265430" cy="265300"/>
              <a:chOff x="0" y="0"/>
              <a:chExt cx="102566" cy="102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5430" y="530600"/>
              <a:ext cx="265430" cy="265300"/>
              <a:chOff x="0" y="0"/>
              <a:chExt cx="102566" cy="1025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869147" y="7909787"/>
            <a:ext cx="1584741" cy="1584741"/>
          </a:xfrm>
          <a:custGeom>
            <a:avLst/>
            <a:gdLst/>
            <a:ahLst/>
            <a:cxnLst/>
            <a:rect r="r" b="b" t="t" l="l"/>
            <a:pathLst>
              <a:path h="1584741" w="1584741">
                <a:moveTo>
                  <a:pt x="0" y="0"/>
                </a:moveTo>
                <a:lnTo>
                  <a:pt x="1584741" y="0"/>
                </a:lnTo>
                <a:lnTo>
                  <a:pt x="1584741" y="1584741"/>
                </a:lnTo>
                <a:lnTo>
                  <a:pt x="0" y="1584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69147" y="6818990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0" y="0"/>
                </a:moveTo>
                <a:lnTo>
                  <a:pt x="1584741" y="0"/>
                </a:lnTo>
                <a:lnTo>
                  <a:pt x="1584741" y="1038659"/>
                </a:lnTo>
                <a:lnTo>
                  <a:pt x="0" y="1038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411127" y="2388079"/>
            <a:ext cx="3465746" cy="1532858"/>
            <a:chOff x="0" y="0"/>
            <a:chExt cx="844930" cy="3737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4930" cy="373719"/>
            </a:xfrm>
            <a:custGeom>
              <a:avLst/>
              <a:gdLst/>
              <a:ahLst/>
              <a:cxnLst/>
              <a:rect r="r" b="b" t="t" l="l"/>
              <a:pathLst>
                <a:path h="373719" w="844930">
                  <a:moveTo>
                    <a:pt x="844930" y="0"/>
                  </a:moveTo>
                  <a:lnTo>
                    <a:pt x="844930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44930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411127" y="2753353"/>
            <a:ext cx="3506599" cy="84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ANSWER THE</a:t>
            </a:r>
          </a:p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QUESTION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08054" y="4777374"/>
            <a:ext cx="11312745" cy="177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69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WHO IS THE CEO OF </a:t>
            </a:r>
          </a:p>
          <a:p>
            <a:pPr algn="ctr">
              <a:lnSpc>
                <a:spcPts val="6229"/>
              </a:lnSpc>
            </a:pPr>
            <a:r>
              <a:rPr lang="en-US" sz="69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WARNER &amp; SPENCER?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8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868" y="576026"/>
            <a:ext cx="17034264" cy="9134947"/>
            <a:chOff x="0" y="0"/>
            <a:chExt cx="4486390" cy="2405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6390" cy="2405912"/>
            </a:xfrm>
            <a:custGeom>
              <a:avLst/>
              <a:gdLst/>
              <a:ahLst/>
              <a:cxnLst/>
              <a:rect r="r" b="b" t="t" l="l"/>
              <a:pathLst>
                <a:path h="2405912" w="4486390">
                  <a:moveTo>
                    <a:pt x="0" y="0"/>
                  </a:moveTo>
                  <a:lnTo>
                    <a:pt x="4486390" y="0"/>
                  </a:lnTo>
                  <a:lnTo>
                    <a:pt x="4486390" y="2405912"/>
                  </a:lnTo>
                  <a:lnTo>
                    <a:pt x="0" y="2405912"/>
                  </a:lnTo>
                  <a:close/>
                </a:path>
              </a:pathLst>
            </a:custGeom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6390" cy="244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13909" y="8897603"/>
            <a:ext cx="597218" cy="596925"/>
            <a:chOff x="0" y="0"/>
            <a:chExt cx="796290" cy="79589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65300"/>
              <a:ext cx="265430" cy="265300"/>
              <a:chOff x="0" y="0"/>
              <a:chExt cx="102566" cy="1025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65430" y="0"/>
              <a:ext cx="265430" cy="265300"/>
              <a:chOff x="0" y="0"/>
              <a:chExt cx="102566" cy="1025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530860" y="265300"/>
              <a:ext cx="265430" cy="265300"/>
              <a:chOff x="0" y="0"/>
              <a:chExt cx="102566" cy="102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5430" y="530600"/>
              <a:ext cx="265430" cy="265300"/>
              <a:chOff x="0" y="0"/>
              <a:chExt cx="102566" cy="1025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869147" y="7909787"/>
            <a:ext cx="1584741" cy="1584741"/>
          </a:xfrm>
          <a:custGeom>
            <a:avLst/>
            <a:gdLst/>
            <a:ahLst/>
            <a:cxnLst/>
            <a:rect r="r" b="b" t="t" l="l"/>
            <a:pathLst>
              <a:path h="1584741" w="1584741">
                <a:moveTo>
                  <a:pt x="0" y="0"/>
                </a:moveTo>
                <a:lnTo>
                  <a:pt x="1584741" y="0"/>
                </a:lnTo>
                <a:lnTo>
                  <a:pt x="1584741" y="1584741"/>
                </a:lnTo>
                <a:lnTo>
                  <a:pt x="0" y="1584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3052870" y="8438785"/>
            <a:ext cx="521661" cy="1589824"/>
          </a:xfrm>
          <a:custGeom>
            <a:avLst/>
            <a:gdLst/>
            <a:ahLst/>
            <a:cxnLst/>
            <a:rect r="r" b="b" t="t" l="l"/>
            <a:pathLst>
              <a:path h="1589824" w="521661">
                <a:moveTo>
                  <a:pt x="0" y="0"/>
                </a:moveTo>
                <a:lnTo>
                  <a:pt x="521661" y="0"/>
                </a:lnTo>
                <a:lnTo>
                  <a:pt x="521661" y="1589824"/>
                </a:lnTo>
                <a:lnTo>
                  <a:pt x="0" y="1589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800000">
            <a:off x="3614217" y="7900262"/>
            <a:ext cx="1591483" cy="1042883"/>
          </a:xfrm>
          <a:custGeom>
            <a:avLst/>
            <a:gdLst/>
            <a:ahLst/>
            <a:cxnLst/>
            <a:rect r="r" b="b" t="t" l="l"/>
            <a:pathLst>
              <a:path h="1042883" w="1591483">
                <a:moveTo>
                  <a:pt x="0" y="0"/>
                </a:moveTo>
                <a:lnTo>
                  <a:pt x="1591483" y="0"/>
                </a:lnTo>
                <a:lnTo>
                  <a:pt x="1591483" y="1042883"/>
                </a:lnTo>
                <a:lnTo>
                  <a:pt x="0" y="1042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5247008" y="8434829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69147" y="6818990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0" y="0"/>
                </a:moveTo>
                <a:lnTo>
                  <a:pt x="1584741" y="0"/>
                </a:lnTo>
                <a:lnTo>
                  <a:pt x="1584741" y="1038659"/>
                </a:lnTo>
                <a:lnTo>
                  <a:pt x="0" y="10386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7411127" y="2388079"/>
            <a:ext cx="3465746" cy="1532858"/>
            <a:chOff x="0" y="0"/>
            <a:chExt cx="844930" cy="3737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4930" cy="373719"/>
            </a:xfrm>
            <a:custGeom>
              <a:avLst/>
              <a:gdLst/>
              <a:ahLst/>
              <a:cxnLst/>
              <a:rect r="r" b="b" t="t" l="l"/>
              <a:pathLst>
                <a:path h="373719" w="844930">
                  <a:moveTo>
                    <a:pt x="844930" y="0"/>
                  </a:moveTo>
                  <a:lnTo>
                    <a:pt x="844930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844930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671117" y="2943717"/>
            <a:ext cx="2945765" cy="4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ANSWER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94913" y="4777374"/>
            <a:ext cx="8098175" cy="177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69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NOAH</a:t>
            </a:r>
          </a:p>
          <a:p>
            <a:pPr algn="ctr">
              <a:lnSpc>
                <a:spcPts val="6229"/>
              </a:lnSpc>
            </a:pPr>
            <a:r>
              <a:rPr lang="en-US" sz="69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SCHUMACHER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8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868" y="576026"/>
            <a:ext cx="17034264" cy="9134947"/>
            <a:chOff x="0" y="0"/>
            <a:chExt cx="4486390" cy="2405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6390" cy="2405912"/>
            </a:xfrm>
            <a:custGeom>
              <a:avLst/>
              <a:gdLst/>
              <a:ahLst/>
              <a:cxnLst/>
              <a:rect r="r" b="b" t="t" l="l"/>
              <a:pathLst>
                <a:path h="2405912" w="4486390">
                  <a:moveTo>
                    <a:pt x="0" y="0"/>
                  </a:moveTo>
                  <a:lnTo>
                    <a:pt x="4486390" y="0"/>
                  </a:lnTo>
                  <a:lnTo>
                    <a:pt x="4486390" y="2405912"/>
                  </a:lnTo>
                  <a:lnTo>
                    <a:pt x="0" y="2405912"/>
                  </a:lnTo>
                  <a:close/>
                </a:path>
              </a:pathLst>
            </a:custGeom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6390" cy="244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132126" y="8897603"/>
            <a:ext cx="597218" cy="596925"/>
            <a:chOff x="0" y="0"/>
            <a:chExt cx="796290" cy="79589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65300"/>
              <a:ext cx="265430" cy="265300"/>
              <a:chOff x="0" y="0"/>
              <a:chExt cx="102566" cy="1025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65430" y="0"/>
              <a:ext cx="265430" cy="265300"/>
              <a:chOff x="0" y="0"/>
              <a:chExt cx="102566" cy="1025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530860" y="265300"/>
              <a:ext cx="265430" cy="265300"/>
              <a:chOff x="0" y="0"/>
              <a:chExt cx="102566" cy="102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5430" y="530600"/>
              <a:ext cx="265430" cy="265300"/>
              <a:chOff x="0" y="0"/>
              <a:chExt cx="102566" cy="1025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869147" y="7909787"/>
            <a:ext cx="1584741" cy="1584741"/>
          </a:xfrm>
          <a:custGeom>
            <a:avLst/>
            <a:gdLst/>
            <a:ahLst/>
            <a:cxnLst/>
            <a:rect r="r" b="b" t="t" l="l"/>
            <a:pathLst>
              <a:path h="1584741" w="1584741">
                <a:moveTo>
                  <a:pt x="0" y="0"/>
                </a:moveTo>
                <a:lnTo>
                  <a:pt x="1584741" y="0"/>
                </a:lnTo>
                <a:lnTo>
                  <a:pt x="1584741" y="1584741"/>
                </a:lnTo>
                <a:lnTo>
                  <a:pt x="0" y="1584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3052870" y="8438785"/>
            <a:ext cx="521661" cy="1589824"/>
          </a:xfrm>
          <a:custGeom>
            <a:avLst/>
            <a:gdLst/>
            <a:ahLst/>
            <a:cxnLst/>
            <a:rect r="r" b="b" t="t" l="l"/>
            <a:pathLst>
              <a:path h="1589824" w="521661">
                <a:moveTo>
                  <a:pt x="0" y="0"/>
                </a:moveTo>
                <a:lnTo>
                  <a:pt x="521661" y="0"/>
                </a:lnTo>
                <a:lnTo>
                  <a:pt x="521661" y="1589824"/>
                </a:lnTo>
                <a:lnTo>
                  <a:pt x="0" y="1589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800000">
            <a:off x="3614217" y="7900262"/>
            <a:ext cx="1591483" cy="1042883"/>
          </a:xfrm>
          <a:custGeom>
            <a:avLst/>
            <a:gdLst/>
            <a:ahLst/>
            <a:cxnLst/>
            <a:rect r="r" b="b" t="t" l="l"/>
            <a:pathLst>
              <a:path h="1042883" w="1591483">
                <a:moveTo>
                  <a:pt x="0" y="0"/>
                </a:moveTo>
                <a:lnTo>
                  <a:pt x="1591483" y="0"/>
                </a:lnTo>
                <a:lnTo>
                  <a:pt x="1591483" y="1042883"/>
                </a:lnTo>
                <a:lnTo>
                  <a:pt x="0" y="1042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5247008" y="8434829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6911419" y="8436127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8575829" y="8436127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69147" y="6818990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0" y="0"/>
                </a:moveTo>
                <a:lnTo>
                  <a:pt x="1584741" y="0"/>
                </a:lnTo>
                <a:lnTo>
                  <a:pt x="1584741" y="1038659"/>
                </a:lnTo>
                <a:lnTo>
                  <a:pt x="0" y="10386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4113309" y="4726153"/>
            <a:ext cx="4936652" cy="1345180"/>
            <a:chOff x="0" y="0"/>
            <a:chExt cx="1371443" cy="3737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71443" cy="373719"/>
            </a:xfrm>
            <a:custGeom>
              <a:avLst/>
              <a:gdLst/>
              <a:ahLst/>
              <a:cxnLst/>
              <a:rect r="r" b="b" t="t" l="l"/>
              <a:pathLst>
                <a:path h="373719" w="1371443">
                  <a:moveTo>
                    <a:pt x="1371443" y="0"/>
                  </a:moveTo>
                  <a:lnTo>
                    <a:pt x="1371443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371443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959984" y="5210066"/>
            <a:ext cx="5243301" cy="4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3033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A. KIMBERLY NGUYEN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1851" y="2669388"/>
            <a:ext cx="15744299" cy="177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69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WHO IS THE OLDER SISTER OF </a:t>
            </a:r>
          </a:p>
          <a:p>
            <a:pPr algn="ctr">
              <a:lnSpc>
                <a:spcPts val="6229"/>
              </a:lnSpc>
            </a:pPr>
            <a:r>
              <a:rPr lang="en-US" sz="69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HENRIETTA MITCHELL?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108612" y="6264764"/>
            <a:ext cx="4936652" cy="1345180"/>
            <a:chOff x="0" y="0"/>
            <a:chExt cx="1371443" cy="3737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71443" cy="373719"/>
            </a:xfrm>
            <a:custGeom>
              <a:avLst/>
              <a:gdLst/>
              <a:ahLst/>
              <a:cxnLst/>
              <a:rect r="r" b="b" t="t" l="l"/>
              <a:pathLst>
                <a:path h="373719" w="1371443">
                  <a:moveTo>
                    <a:pt x="1371443" y="0"/>
                  </a:moveTo>
                  <a:lnTo>
                    <a:pt x="1371443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371443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279516" y="6748677"/>
            <a:ext cx="4604237" cy="4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3033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C. CIA RODRIGUEZ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51306" y="4726153"/>
            <a:ext cx="4936652" cy="1345180"/>
            <a:chOff x="0" y="0"/>
            <a:chExt cx="1371443" cy="3737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71443" cy="373719"/>
            </a:xfrm>
            <a:custGeom>
              <a:avLst/>
              <a:gdLst/>
              <a:ahLst/>
              <a:cxnLst/>
              <a:rect r="r" b="b" t="t" l="l"/>
              <a:pathLst>
                <a:path h="373719" w="1371443">
                  <a:moveTo>
                    <a:pt x="1371443" y="0"/>
                  </a:moveTo>
                  <a:lnTo>
                    <a:pt x="1371443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371443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544760" y="5210066"/>
            <a:ext cx="4549743" cy="4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3033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B. CLAUDIA ALVES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351306" y="6264764"/>
            <a:ext cx="4936652" cy="1345180"/>
            <a:chOff x="0" y="0"/>
            <a:chExt cx="1371443" cy="3737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71443" cy="373719"/>
            </a:xfrm>
            <a:custGeom>
              <a:avLst/>
              <a:gdLst/>
              <a:ahLst/>
              <a:cxnLst/>
              <a:rect r="r" b="b" t="t" l="l"/>
              <a:pathLst>
                <a:path h="373719" w="1371443">
                  <a:moveTo>
                    <a:pt x="1371443" y="0"/>
                  </a:moveTo>
                  <a:lnTo>
                    <a:pt x="1371443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371443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713886" y="6748677"/>
            <a:ext cx="4211491" cy="4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3033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D. SAMIRA HADID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8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868" y="576026"/>
            <a:ext cx="17034264" cy="9134947"/>
            <a:chOff x="0" y="0"/>
            <a:chExt cx="4486390" cy="2405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6390" cy="2405912"/>
            </a:xfrm>
            <a:custGeom>
              <a:avLst/>
              <a:gdLst/>
              <a:ahLst/>
              <a:cxnLst/>
              <a:rect r="r" b="b" t="t" l="l"/>
              <a:pathLst>
                <a:path h="2405912" w="4486390">
                  <a:moveTo>
                    <a:pt x="0" y="0"/>
                  </a:moveTo>
                  <a:lnTo>
                    <a:pt x="4486390" y="0"/>
                  </a:lnTo>
                  <a:lnTo>
                    <a:pt x="4486390" y="2405912"/>
                  </a:lnTo>
                  <a:lnTo>
                    <a:pt x="0" y="2405912"/>
                  </a:lnTo>
                  <a:close/>
                </a:path>
              </a:pathLst>
            </a:custGeom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6390" cy="244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7101" y="8897603"/>
            <a:ext cx="597218" cy="596925"/>
            <a:chOff x="0" y="0"/>
            <a:chExt cx="796290" cy="79589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65300"/>
              <a:ext cx="265430" cy="265300"/>
              <a:chOff x="0" y="0"/>
              <a:chExt cx="102566" cy="1025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65430" y="0"/>
              <a:ext cx="265430" cy="265300"/>
              <a:chOff x="0" y="0"/>
              <a:chExt cx="102566" cy="1025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530860" y="265300"/>
              <a:ext cx="265430" cy="265300"/>
              <a:chOff x="0" y="0"/>
              <a:chExt cx="102566" cy="102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5430" y="530600"/>
              <a:ext cx="265430" cy="265300"/>
              <a:chOff x="0" y="0"/>
              <a:chExt cx="102566" cy="1025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869147" y="7909787"/>
            <a:ext cx="1584741" cy="1584741"/>
          </a:xfrm>
          <a:custGeom>
            <a:avLst/>
            <a:gdLst/>
            <a:ahLst/>
            <a:cxnLst/>
            <a:rect r="r" b="b" t="t" l="l"/>
            <a:pathLst>
              <a:path h="1584741" w="1584741">
                <a:moveTo>
                  <a:pt x="0" y="0"/>
                </a:moveTo>
                <a:lnTo>
                  <a:pt x="1584741" y="0"/>
                </a:lnTo>
                <a:lnTo>
                  <a:pt x="1584741" y="1584741"/>
                </a:lnTo>
                <a:lnTo>
                  <a:pt x="0" y="1584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3052870" y="8438785"/>
            <a:ext cx="521661" cy="1589824"/>
          </a:xfrm>
          <a:custGeom>
            <a:avLst/>
            <a:gdLst/>
            <a:ahLst/>
            <a:cxnLst/>
            <a:rect r="r" b="b" t="t" l="l"/>
            <a:pathLst>
              <a:path h="1589824" w="521661">
                <a:moveTo>
                  <a:pt x="0" y="0"/>
                </a:moveTo>
                <a:lnTo>
                  <a:pt x="521661" y="0"/>
                </a:lnTo>
                <a:lnTo>
                  <a:pt x="521661" y="1589824"/>
                </a:lnTo>
                <a:lnTo>
                  <a:pt x="0" y="1589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800000">
            <a:off x="3614217" y="7900262"/>
            <a:ext cx="1591483" cy="1042883"/>
          </a:xfrm>
          <a:custGeom>
            <a:avLst/>
            <a:gdLst/>
            <a:ahLst/>
            <a:cxnLst/>
            <a:rect r="r" b="b" t="t" l="l"/>
            <a:pathLst>
              <a:path h="1042883" w="1591483">
                <a:moveTo>
                  <a:pt x="0" y="0"/>
                </a:moveTo>
                <a:lnTo>
                  <a:pt x="1591483" y="0"/>
                </a:lnTo>
                <a:lnTo>
                  <a:pt x="1591483" y="1042883"/>
                </a:lnTo>
                <a:lnTo>
                  <a:pt x="0" y="1042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5247008" y="8434829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6911419" y="8436127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8575829" y="8436127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10240240" y="8437425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69147" y="6818990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0" y="0"/>
                </a:moveTo>
                <a:lnTo>
                  <a:pt x="1584741" y="0"/>
                </a:lnTo>
                <a:lnTo>
                  <a:pt x="1584741" y="1038659"/>
                </a:lnTo>
                <a:lnTo>
                  <a:pt x="0" y="10386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5400000">
            <a:off x="11904651" y="8437425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4113309" y="4726153"/>
            <a:ext cx="4936652" cy="1345180"/>
            <a:chOff x="0" y="0"/>
            <a:chExt cx="1371443" cy="3737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1443" cy="373719"/>
            </a:xfrm>
            <a:custGeom>
              <a:avLst/>
              <a:gdLst/>
              <a:ahLst/>
              <a:cxnLst/>
              <a:rect r="r" b="b" t="t" l="l"/>
              <a:pathLst>
                <a:path h="373719" w="1371443">
                  <a:moveTo>
                    <a:pt x="1371443" y="0"/>
                  </a:moveTo>
                  <a:lnTo>
                    <a:pt x="1371443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371443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105788" y="5210066"/>
            <a:ext cx="4942300" cy="4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3033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A. KIMBERLY NGUYEN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8051" y="2669388"/>
            <a:ext cx="15451899" cy="177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69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WHO IS THE OLDER SISTER OF </a:t>
            </a:r>
          </a:p>
          <a:p>
            <a:pPr algn="ctr">
              <a:lnSpc>
                <a:spcPts val="6229"/>
              </a:lnSpc>
            </a:pPr>
            <a:r>
              <a:rPr lang="en-US" sz="69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HENRIETTA MITCHELL?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108612" y="6264764"/>
            <a:ext cx="4936652" cy="1345180"/>
            <a:chOff x="0" y="0"/>
            <a:chExt cx="1371443" cy="3737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71443" cy="373719"/>
            </a:xfrm>
            <a:custGeom>
              <a:avLst/>
              <a:gdLst/>
              <a:ahLst/>
              <a:cxnLst/>
              <a:rect r="r" b="b" t="t" l="l"/>
              <a:pathLst>
                <a:path h="373719" w="1371443">
                  <a:moveTo>
                    <a:pt x="1371443" y="0"/>
                  </a:moveTo>
                  <a:lnTo>
                    <a:pt x="1371443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371443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378473" y="6748677"/>
            <a:ext cx="4396930" cy="4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3033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C. CIA RODRIGUEZ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51306" y="4726153"/>
            <a:ext cx="4936652" cy="1345180"/>
            <a:chOff x="0" y="0"/>
            <a:chExt cx="1371443" cy="3737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71443" cy="373719"/>
            </a:xfrm>
            <a:custGeom>
              <a:avLst/>
              <a:gdLst/>
              <a:ahLst/>
              <a:cxnLst/>
              <a:rect r="r" b="b" t="t" l="l"/>
              <a:pathLst>
                <a:path h="373719" w="1371443">
                  <a:moveTo>
                    <a:pt x="1371443" y="0"/>
                  </a:moveTo>
                  <a:lnTo>
                    <a:pt x="1371443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371443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649915" y="5210066"/>
            <a:ext cx="4344403" cy="4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3033">
                <a:solidFill>
                  <a:srgbClr val="788B73"/>
                </a:solidFill>
                <a:latin typeface="Pixellance"/>
                <a:ea typeface="Pixellance"/>
                <a:cs typeface="Pixellance"/>
                <a:sym typeface="Pixellance"/>
              </a:rPr>
              <a:t>B. CLAUDIA ALVES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351306" y="6264764"/>
            <a:ext cx="4936652" cy="1345180"/>
            <a:chOff x="0" y="0"/>
            <a:chExt cx="1371443" cy="3737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71443" cy="373719"/>
            </a:xfrm>
            <a:custGeom>
              <a:avLst/>
              <a:gdLst/>
              <a:ahLst/>
              <a:cxnLst/>
              <a:rect r="r" b="b" t="t" l="l"/>
              <a:pathLst>
                <a:path h="373719" w="1371443">
                  <a:moveTo>
                    <a:pt x="1371443" y="0"/>
                  </a:moveTo>
                  <a:lnTo>
                    <a:pt x="1371443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371443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716371" y="6748677"/>
            <a:ext cx="4211491" cy="4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3033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D. SAMIRA HADID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8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868" y="576026"/>
            <a:ext cx="17034264" cy="9134947"/>
            <a:chOff x="0" y="0"/>
            <a:chExt cx="4486390" cy="2405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6390" cy="2405912"/>
            </a:xfrm>
            <a:custGeom>
              <a:avLst/>
              <a:gdLst/>
              <a:ahLst/>
              <a:cxnLst/>
              <a:rect r="r" b="b" t="t" l="l"/>
              <a:pathLst>
                <a:path h="2405912" w="4486390">
                  <a:moveTo>
                    <a:pt x="0" y="0"/>
                  </a:moveTo>
                  <a:lnTo>
                    <a:pt x="4486390" y="0"/>
                  </a:lnTo>
                  <a:lnTo>
                    <a:pt x="4486390" y="2405912"/>
                  </a:lnTo>
                  <a:lnTo>
                    <a:pt x="0" y="2405912"/>
                  </a:lnTo>
                  <a:close/>
                </a:path>
              </a:pathLst>
            </a:custGeom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6390" cy="244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62082" y="8897603"/>
            <a:ext cx="597218" cy="596925"/>
            <a:chOff x="0" y="0"/>
            <a:chExt cx="796290" cy="79589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65300"/>
              <a:ext cx="265430" cy="265300"/>
              <a:chOff x="0" y="0"/>
              <a:chExt cx="102566" cy="1025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65430" y="0"/>
              <a:ext cx="265430" cy="265300"/>
              <a:chOff x="0" y="0"/>
              <a:chExt cx="102566" cy="1025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530860" y="265300"/>
              <a:ext cx="265430" cy="265300"/>
              <a:chOff x="0" y="0"/>
              <a:chExt cx="102566" cy="102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5430" y="530600"/>
              <a:ext cx="265430" cy="265300"/>
              <a:chOff x="0" y="0"/>
              <a:chExt cx="102566" cy="1025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869147" y="7909787"/>
            <a:ext cx="1584741" cy="1584741"/>
          </a:xfrm>
          <a:custGeom>
            <a:avLst/>
            <a:gdLst/>
            <a:ahLst/>
            <a:cxnLst/>
            <a:rect r="r" b="b" t="t" l="l"/>
            <a:pathLst>
              <a:path h="1584741" w="1584741">
                <a:moveTo>
                  <a:pt x="0" y="0"/>
                </a:moveTo>
                <a:lnTo>
                  <a:pt x="1584741" y="0"/>
                </a:lnTo>
                <a:lnTo>
                  <a:pt x="1584741" y="1584741"/>
                </a:lnTo>
                <a:lnTo>
                  <a:pt x="0" y="1584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3052870" y="8438785"/>
            <a:ext cx="521661" cy="1589824"/>
          </a:xfrm>
          <a:custGeom>
            <a:avLst/>
            <a:gdLst/>
            <a:ahLst/>
            <a:cxnLst/>
            <a:rect r="r" b="b" t="t" l="l"/>
            <a:pathLst>
              <a:path h="1589824" w="521661">
                <a:moveTo>
                  <a:pt x="0" y="0"/>
                </a:moveTo>
                <a:lnTo>
                  <a:pt x="521661" y="0"/>
                </a:lnTo>
                <a:lnTo>
                  <a:pt x="521661" y="1589824"/>
                </a:lnTo>
                <a:lnTo>
                  <a:pt x="0" y="1589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800000">
            <a:off x="3614217" y="7900262"/>
            <a:ext cx="1591483" cy="1042883"/>
          </a:xfrm>
          <a:custGeom>
            <a:avLst/>
            <a:gdLst/>
            <a:ahLst/>
            <a:cxnLst/>
            <a:rect r="r" b="b" t="t" l="l"/>
            <a:pathLst>
              <a:path h="1042883" w="1591483">
                <a:moveTo>
                  <a:pt x="0" y="0"/>
                </a:moveTo>
                <a:lnTo>
                  <a:pt x="1591483" y="0"/>
                </a:lnTo>
                <a:lnTo>
                  <a:pt x="1591483" y="1042883"/>
                </a:lnTo>
                <a:lnTo>
                  <a:pt x="0" y="1042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5247008" y="8434829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6911419" y="8436127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8575829" y="8436127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10240240" y="8437425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69147" y="6818990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0" y="0"/>
                </a:moveTo>
                <a:lnTo>
                  <a:pt x="1584741" y="0"/>
                </a:lnTo>
                <a:lnTo>
                  <a:pt x="1584741" y="1038659"/>
                </a:lnTo>
                <a:lnTo>
                  <a:pt x="0" y="10386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5400000">
            <a:off x="11904651" y="8437425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13569061" y="8438723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233472" y="8438723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7411127" y="2388079"/>
            <a:ext cx="3465746" cy="1532858"/>
            <a:chOff x="0" y="0"/>
            <a:chExt cx="844930" cy="3737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44930" cy="373719"/>
            </a:xfrm>
            <a:custGeom>
              <a:avLst/>
              <a:gdLst/>
              <a:ahLst/>
              <a:cxnLst/>
              <a:rect r="r" b="b" t="t" l="l"/>
              <a:pathLst>
                <a:path h="373719" w="844930">
                  <a:moveTo>
                    <a:pt x="844930" y="0"/>
                  </a:moveTo>
                  <a:lnTo>
                    <a:pt x="844930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844930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598643" y="2753353"/>
            <a:ext cx="3113973" cy="84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COMPLETE</a:t>
            </a:r>
          </a:p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THE WORD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89210" y="4835734"/>
            <a:ext cx="3709579" cy="9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69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AP__E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04333" y="6208204"/>
            <a:ext cx="3702593" cy="53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3900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HINT: FRUIT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8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868" y="576026"/>
            <a:ext cx="17034264" cy="9134947"/>
            <a:chOff x="0" y="0"/>
            <a:chExt cx="4486390" cy="2405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6390" cy="2405912"/>
            </a:xfrm>
            <a:custGeom>
              <a:avLst/>
              <a:gdLst/>
              <a:ahLst/>
              <a:cxnLst/>
              <a:rect r="r" b="b" t="t" l="l"/>
              <a:pathLst>
                <a:path h="2405912" w="4486390">
                  <a:moveTo>
                    <a:pt x="0" y="0"/>
                  </a:moveTo>
                  <a:lnTo>
                    <a:pt x="4486390" y="0"/>
                  </a:lnTo>
                  <a:lnTo>
                    <a:pt x="4486390" y="2405912"/>
                  </a:lnTo>
                  <a:lnTo>
                    <a:pt x="0" y="2405912"/>
                  </a:lnTo>
                  <a:close/>
                </a:path>
              </a:pathLst>
            </a:custGeom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6390" cy="244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73192" y="6208204"/>
            <a:ext cx="597218" cy="596925"/>
            <a:chOff x="0" y="0"/>
            <a:chExt cx="796290" cy="79589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65300"/>
              <a:ext cx="265430" cy="265300"/>
              <a:chOff x="0" y="0"/>
              <a:chExt cx="102566" cy="1025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65430" y="0"/>
              <a:ext cx="265430" cy="265300"/>
              <a:chOff x="0" y="0"/>
              <a:chExt cx="102566" cy="1025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530860" y="265300"/>
              <a:ext cx="265430" cy="265300"/>
              <a:chOff x="0" y="0"/>
              <a:chExt cx="102566" cy="102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5430" y="530600"/>
              <a:ext cx="265430" cy="265300"/>
              <a:chOff x="0" y="0"/>
              <a:chExt cx="102566" cy="1025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869147" y="7909787"/>
            <a:ext cx="1584741" cy="1584741"/>
          </a:xfrm>
          <a:custGeom>
            <a:avLst/>
            <a:gdLst/>
            <a:ahLst/>
            <a:cxnLst/>
            <a:rect r="r" b="b" t="t" l="l"/>
            <a:pathLst>
              <a:path h="1584741" w="1584741">
                <a:moveTo>
                  <a:pt x="0" y="0"/>
                </a:moveTo>
                <a:lnTo>
                  <a:pt x="1584741" y="0"/>
                </a:lnTo>
                <a:lnTo>
                  <a:pt x="1584741" y="1584741"/>
                </a:lnTo>
                <a:lnTo>
                  <a:pt x="0" y="1584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3052870" y="8438785"/>
            <a:ext cx="521661" cy="1589824"/>
          </a:xfrm>
          <a:custGeom>
            <a:avLst/>
            <a:gdLst/>
            <a:ahLst/>
            <a:cxnLst/>
            <a:rect r="r" b="b" t="t" l="l"/>
            <a:pathLst>
              <a:path h="1589824" w="521661">
                <a:moveTo>
                  <a:pt x="0" y="0"/>
                </a:moveTo>
                <a:lnTo>
                  <a:pt x="521661" y="0"/>
                </a:lnTo>
                <a:lnTo>
                  <a:pt x="521661" y="1589824"/>
                </a:lnTo>
                <a:lnTo>
                  <a:pt x="0" y="1589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800000">
            <a:off x="3614217" y="7900262"/>
            <a:ext cx="1591483" cy="1042883"/>
          </a:xfrm>
          <a:custGeom>
            <a:avLst/>
            <a:gdLst/>
            <a:ahLst/>
            <a:cxnLst/>
            <a:rect r="r" b="b" t="t" l="l"/>
            <a:pathLst>
              <a:path h="1042883" w="1591483">
                <a:moveTo>
                  <a:pt x="0" y="0"/>
                </a:moveTo>
                <a:lnTo>
                  <a:pt x="1591483" y="0"/>
                </a:lnTo>
                <a:lnTo>
                  <a:pt x="1591483" y="1042883"/>
                </a:lnTo>
                <a:lnTo>
                  <a:pt x="0" y="1042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5247008" y="8434829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6911419" y="8436127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8575829" y="8436127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10240240" y="8437425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69147" y="6818990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0" y="0"/>
                </a:moveTo>
                <a:lnTo>
                  <a:pt x="1584741" y="0"/>
                </a:lnTo>
                <a:lnTo>
                  <a:pt x="1584741" y="1038659"/>
                </a:lnTo>
                <a:lnTo>
                  <a:pt x="0" y="10386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5400000">
            <a:off x="11904651" y="8437425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13569061" y="8438723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233472" y="8438723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true" rot="-5400000">
            <a:off x="16088103" y="8182827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0" y="1038660"/>
                </a:moveTo>
                <a:lnTo>
                  <a:pt x="1584741" y="1038660"/>
                </a:lnTo>
                <a:lnTo>
                  <a:pt x="1584741" y="0"/>
                </a:lnTo>
                <a:lnTo>
                  <a:pt x="0" y="0"/>
                </a:lnTo>
                <a:lnTo>
                  <a:pt x="0" y="103866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true" rot="-5400000">
            <a:off x="16088103" y="6545949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1584741" y="1038659"/>
                </a:moveTo>
                <a:lnTo>
                  <a:pt x="0" y="1038659"/>
                </a:lnTo>
                <a:lnTo>
                  <a:pt x="0" y="0"/>
                </a:lnTo>
                <a:lnTo>
                  <a:pt x="1584741" y="0"/>
                </a:lnTo>
                <a:lnTo>
                  <a:pt x="1584741" y="1038659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7411127" y="2388079"/>
            <a:ext cx="3465746" cy="1532858"/>
            <a:chOff x="0" y="0"/>
            <a:chExt cx="844930" cy="3737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4930" cy="373719"/>
            </a:xfrm>
            <a:custGeom>
              <a:avLst/>
              <a:gdLst/>
              <a:ahLst/>
              <a:cxnLst/>
              <a:rect r="r" b="b" t="t" l="l"/>
              <a:pathLst>
                <a:path h="373719" w="844930">
                  <a:moveTo>
                    <a:pt x="844930" y="0"/>
                  </a:moveTo>
                  <a:lnTo>
                    <a:pt x="844930" y="373719"/>
                  </a:lnTo>
                  <a:lnTo>
                    <a:pt x="0" y="373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B73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844930" cy="40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538380" y="2753353"/>
            <a:ext cx="3211240" cy="84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COMPLETE</a:t>
            </a:r>
          </a:p>
          <a:p>
            <a:pPr algn="ctr">
              <a:lnSpc>
                <a:spcPts val="3076"/>
              </a:lnSpc>
            </a:pPr>
            <a:r>
              <a:rPr lang="en-US" sz="3456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THE WORD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11357" y="4777374"/>
            <a:ext cx="4389880" cy="9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6999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APPLE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083129" y="6208204"/>
            <a:ext cx="4121743" cy="53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3900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HINT: FRUIT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8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868" y="576026"/>
            <a:ext cx="17034264" cy="9134947"/>
            <a:chOff x="0" y="0"/>
            <a:chExt cx="4486390" cy="2405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6390" cy="2405912"/>
            </a:xfrm>
            <a:custGeom>
              <a:avLst/>
              <a:gdLst/>
              <a:ahLst/>
              <a:cxnLst/>
              <a:rect r="r" b="b" t="t" l="l"/>
              <a:pathLst>
                <a:path h="2405912" w="4486390">
                  <a:moveTo>
                    <a:pt x="0" y="0"/>
                  </a:moveTo>
                  <a:lnTo>
                    <a:pt x="4486390" y="0"/>
                  </a:lnTo>
                  <a:lnTo>
                    <a:pt x="4486390" y="2405912"/>
                  </a:lnTo>
                  <a:lnTo>
                    <a:pt x="0" y="2405912"/>
                  </a:lnTo>
                  <a:close/>
                </a:path>
              </a:pathLst>
            </a:custGeom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6390" cy="244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72932" y="6212540"/>
            <a:ext cx="597218" cy="596925"/>
            <a:chOff x="0" y="0"/>
            <a:chExt cx="796290" cy="79589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65300"/>
              <a:ext cx="265430" cy="265300"/>
              <a:chOff x="0" y="0"/>
              <a:chExt cx="102566" cy="1025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65430" y="0"/>
              <a:ext cx="265430" cy="265300"/>
              <a:chOff x="0" y="0"/>
              <a:chExt cx="102566" cy="1025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530860" y="265300"/>
              <a:ext cx="265430" cy="265300"/>
              <a:chOff x="0" y="0"/>
              <a:chExt cx="102566" cy="102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5430" y="530600"/>
              <a:ext cx="265430" cy="265300"/>
              <a:chOff x="0" y="0"/>
              <a:chExt cx="102566" cy="1025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2566" cy="102516"/>
              </a:xfrm>
              <a:custGeom>
                <a:avLst/>
                <a:gdLst/>
                <a:ahLst/>
                <a:cxnLst/>
                <a:rect r="r" b="b" t="t" l="l"/>
                <a:pathLst>
                  <a:path h="102516" w="102566">
                    <a:moveTo>
                      <a:pt x="0" y="0"/>
                    </a:moveTo>
                    <a:lnTo>
                      <a:pt x="102566" y="0"/>
                    </a:lnTo>
                    <a:lnTo>
                      <a:pt x="102566" y="102516"/>
                    </a:lnTo>
                    <a:lnTo>
                      <a:pt x="0" y="1025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2566" cy="1406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869147" y="7909787"/>
            <a:ext cx="1584741" cy="1584741"/>
          </a:xfrm>
          <a:custGeom>
            <a:avLst/>
            <a:gdLst/>
            <a:ahLst/>
            <a:cxnLst/>
            <a:rect r="r" b="b" t="t" l="l"/>
            <a:pathLst>
              <a:path h="1584741" w="1584741">
                <a:moveTo>
                  <a:pt x="0" y="0"/>
                </a:moveTo>
                <a:lnTo>
                  <a:pt x="1584741" y="0"/>
                </a:lnTo>
                <a:lnTo>
                  <a:pt x="1584741" y="1584741"/>
                </a:lnTo>
                <a:lnTo>
                  <a:pt x="0" y="1584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3052870" y="8438785"/>
            <a:ext cx="521661" cy="1589824"/>
          </a:xfrm>
          <a:custGeom>
            <a:avLst/>
            <a:gdLst/>
            <a:ahLst/>
            <a:cxnLst/>
            <a:rect r="r" b="b" t="t" l="l"/>
            <a:pathLst>
              <a:path h="1589824" w="521661">
                <a:moveTo>
                  <a:pt x="0" y="0"/>
                </a:moveTo>
                <a:lnTo>
                  <a:pt x="521661" y="0"/>
                </a:lnTo>
                <a:lnTo>
                  <a:pt x="521661" y="1589824"/>
                </a:lnTo>
                <a:lnTo>
                  <a:pt x="0" y="1589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800000">
            <a:off x="3614217" y="7900262"/>
            <a:ext cx="1591483" cy="1042883"/>
          </a:xfrm>
          <a:custGeom>
            <a:avLst/>
            <a:gdLst/>
            <a:ahLst/>
            <a:cxnLst/>
            <a:rect r="r" b="b" t="t" l="l"/>
            <a:pathLst>
              <a:path h="1042883" w="1591483">
                <a:moveTo>
                  <a:pt x="0" y="0"/>
                </a:moveTo>
                <a:lnTo>
                  <a:pt x="1591483" y="0"/>
                </a:lnTo>
                <a:lnTo>
                  <a:pt x="1591483" y="1042883"/>
                </a:lnTo>
                <a:lnTo>
                  <a:pt x="0" y="1042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5247008" y="8434829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6911419" y="8436127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8575829" y="8436127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10240240" y="8437425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69147" y="6818990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0" y="0"/>
                </a:moveTo>
                <a:lnTo>
                  <a:pt x="1584741" y="0"/>
                </a:lnTo>
                <a:lnTo>
                  <a:pt x="1584741" y="1038659"/>
                </a:lnTo>
                <a:lnTo>
                  <a:pt x="0" y="10386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509136" y="3534728"/>
            <a:ext cx="7266661" cy="339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15"/>
              </a:lnSpc>
            </a:pPr>
            <a:r>
              <a:rPr lang="en-US" sz="13500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THANK</a:t>
            </a:r>
          </a:p>
          <a:p>
            <a:pPr algn="ctr">
              <a:lnSpc>
                <a:spcPts val="12015"/>
              </a:lnSpc>
            </a:pPr>
            <a:r>
              <a:rPr lang="en-US" sz="13500">
                <a:solidFill>
                  <a:srgbClr val="000000"/>
                </a:solidFill>
                <a:latin typeface="Pixellance"/>
                <a:ea typeface="Pixellance"/>
                <a:cs typeface="Pixellance"/>
                <a:sym typeface="Pixellance"/>
              </a:rPr>
              <a:t>YOU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-5400000">
            <a:off x="11904651" y="8437425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3569061" y="8438723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5400000">
            <a:off x="15233472" y="8438723"/>
            <a:ext cx="524257" cy="1597736"/>
          </a:xfrm>
          <a:custGeom>
            <a:avLst/>
            <a:gdLst/>
            <a:ahLst/>
            <a:cxnLst/>
            <a:rect r="r" b="b" t="t" l="l"/>
            <a:pathLst>
              <a:path h="1597736" w="524257">
                <a:moveTo>
                  <a:pt x="0" y="0"/>
                </a:moveTo>
                <a:lnTo>
                  <a:pt x="524257" y="0"/>
                </a:lnTo>
                <a:lnTo>
                  <a:pt x="524257" y="1597736"/>
                </a:lnTo>
                <a:lnTo>
                  <a:pt x="0" y="159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000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true" rot="-5400000">
            <a:off x="16088103" y="8182827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0" y="1038660"/>
                </a:moveTo>
                <a:lnTo>
                  <a:pt x="1584741" y="1038660"/>
                </a:lnTo>
                <a:lnTo>
                  <a:pt x="1584741" y="0"/>
                </a:lnTo>
                <a:lnTo>
                  <a:pt x="0" y="0"/>
                </a:lnTo>
                <a:lnTo>
                  <a:pt x="0" y="103866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true" rot="-5400000">
            <a:off x="16088103" y="6545949"/>
            <a:ext cx="1584741" cy="1038659"/>
          </a:xfrm>
          <a:custGeom>
            <a:avLst/>
            <a:gdLst/>
            <a:ahLst/>
            <a:cxnLst/>
            <a:rect r="r" b="b" t="t" l="l"/>
            <a:pathLst>
              <a:path h="1038659" w="1584741">
                <a:moveTo>
                  <a:pt x="1584741" y="1038659"/>
                </a:moveTo>
                <a:lnTo>
                  <a:pt x="0" y="1038659"/>
                </a:lnTo>
                <a:lnTo>
                  <a:pt x="0" y="0"/>
                </a:lnTo>
                <a:lnTo>
                  <a:pt x="1584741" y="0"/>
                </a:lnTo>
                <a:lnTo>
                  <a:pt x="1584741" y="1038659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DAHWHf5fVxo</dc:identifier>
  <dcterms:modified xsi:type="dcterms:W3CDTF">2011-08-01T06:04:30Z</dcterms:modified>
  <cp:revision>1</cp:revision>
  <dc:title>Green and Black Minimalist Pixel Game Night Presentation</dc:title>
</cp:coreProperties>
</file>